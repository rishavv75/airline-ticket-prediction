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 Ticket Price Prediction  |  Rishav Rai  |  1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035040" y="640080"/>
            <a:ext cx="3108960" cy="3108960"/>
          </a:xfrm>
          <a:prstGeom prst="ellipse">
            <a:avLst/>
          </a:prstGeom>
          <a:solidFill>
            <a:srgbClr val="12305A"/>
          </a:solidFill>
          <a:ln w="25400">
            <a:solidFill>
              <a:srgbClr val="38BD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66560" y="1371600"/>
            <a:ext cx="1645920" cy="164592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766560" y="137160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0B1F3A"/>
                </a:solidFill>
              </a:rPr>
              <a:t>✈</a:t>
            </a:r>
            <a:endParaRPr lang="en-US" sz="6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9144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PROJECT  |  MACHINE LEARNING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280160"/>
            <a:ext cx="5303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Airline Ticket Price Prediction</a:t>
            </a:r>
            <a:endParaRPr lang="en-US" sz="3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74320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ML application: regression models, FastAPI backend and React frontend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65760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by: Rishav Rai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project submitted to Naviotech Solution Pvt. Ltd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rairiahav961@gmail.com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ticket prices are hard to predict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 Ticket Price Prediction  |  Rishav Rai  |  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630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 ticket prices depend on many interacting factors: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11680"/>
            <a:ext cx="4206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 and route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stops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date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Departure and arrival time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duration and extra info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120640" y="1463040"/>
            <a:ext cx="3474720" cy="2834640"/>
          </a:xfrm>
          <a:prstGeom prst="roundRect">
            <a:avLst>
              <a:gd name="adj" fmla="val 3226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394960" y="16459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394960" y="210312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 patterns from historical flight data and estimate the expected price of a new flight.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 Ticket Price Prediction  |  Rishav Rai  |  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25603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371600"/>
            <a:ext cx="411480" cy="41148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3258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end to end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9202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price prediction system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188720"/>
            <a:ext cx="25603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0" y="1371600"/>
            <a:ext cx="411480" cy="41148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7472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023360" y="13258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and engineer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19202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and feature engineering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1188720"/>
            <a:ext cx="25603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371600"/>
            <a:ext cx="411480" cy="41148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1792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766560" y="13258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and compare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19202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regression models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2880360"/>
            <a:ext cx="25603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" y="3063240"/>
            <a:ext cx="411480" cy="41148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30175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36118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MAE, RMSE, R², cross-validation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91840" y="2880360"/>
            <a:ext cx="25603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474720" y="3063240"/>
            <a:ext cx="411480" cy="41148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474720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4023360" y="30175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3474720" y="36118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and error analysis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035040" y="2880360"/>
            <a:ext cx="25603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17920" y="3063240"/>
            <a:ext cx="411480" cy="41148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217920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6766560" y="30175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Deploy-ready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6217920" y="36118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React UI, Joblib + Git LFS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 Pipeline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dataset to prediction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 Ticket Price Prediction  |  Rishav Rai  |  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828800" cy="960120"/>
          </a:xfrm>
          <a:prstGeom prst="roundRect">
            <a:avLst>
              <a:gd name="adj" fmla="val 9524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9659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234440" y="1673352"/>
            <a:ext cx="411480" cy="41148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234440" y="16733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377440" y="18288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8BDF8"/>
                </a:solidFill>
              </a:rPr>
              <a:t>›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2651760" y="1600200"/>
            <a:ext cx="1828800" cy="960120"/>
          </a:xfrm>
          <a:prstGeom prst="roundRect">
            <a:avLst>
              <a:gd name="adj" fmla="val 9524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51760" y="19659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337560" y="1673352"/>
            <a:ext cx="411480" cy="41148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337560" y="16733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480560" y="18288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8BDF8"/>
                </a:solidFill>
              </a:rPr>
              <a:t>›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4754880" y="1600200"/>
            <a:ext cx="1828800" cy="960120"/>
          </a:xfrm>
          <a:prstGeom prst="roundRect">
            <a:avLst>
              <a:gd name="adj" fmla="val 9524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754880" y="19659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40680" y="1673352"/>
            <a:ext cx="411480" cy="41148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40680" y="16733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18288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8BDF8"/>
                </a:solidFill>
              </a:rPr>
              <a:t>›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6858000" y="1600200"/>
            <a:ext cx="1828800" cy="960120"/>
          </a:xfrm>
          <a:prstGeom prst="roundRect">
            <a:avLst>
              <a:gd name="adj" fmla="val 9524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0" y="19659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543800" y="1673352"/>
            <a:ext cx="411480" cy="41148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543800" y="16733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2971800"/>
            <a:ext cx="1828800" cy="960120"/>
          </a:xfrm>
          <a:prstGeom prst="roundRect">
            <a:avLst>
              <a:gd name="adj" fmla="val 9524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" y="33375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1234440" y="3044952"/>
            <a:ext cx="411480" cy="41148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234440" y="30449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2377440" y="32004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8BDF8"/>
                </a:solidFill>
              </a:rPr>
              <a:t>›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2651760" y="2971800"/>
            <a:ext cx="1828800" cy="960120"/>
          </a:xfrm>
          <a:prstGeom prst="roundRect">
            <a:avLst>
              <a:gd name="adj" fmla="val 9524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651760" y="33375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3337560" y="3044952"/>
            <a:ext cx="411480" cy="41148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337560" y="30449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4480560" y="32004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8BDF8"/>
                </a:solidFill>
              </a:rPr>
              <a:t>›</a:t>
            </a:r>
            <a:endParaRPr lang="en-US" sz="2400" dirty="0"/>
          </a:p>
        </p:txBody>
      </p:sp>
      <p:sp>
        <p:nvSpPr>
          <p:cNvPr id="34" name="Shape 32"/>
          <p:cNvSpPr/>
          <p:nvPr/>
        </p:nvSpPr>
        <p:spPr>
          <a:xfrm>
            <a:off x="4754880" y="2971800"/>
            <a:ext cx="1828800" cy="960120"/>
          </a:xfrm>
          <a:prstGeom prst="roundRect">
            <a:avLst>
              <a:gd name="adj" fmla="val 9524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754880" y="33375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5440680" y="3044952"/>
            <a:ext cx="411480" cy="41148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440680" y="30449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6583680" y="32004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8BDF8"/>
                </a:solidFill>
              </a:rPr>
              <a:t>›</a:t>
            </a:r>
            <a:endParaRPr lang="en-US" sz="2400" dirty="0"/>
          </a:p>
        </p:txBody>
      </p:sp>
      <p:sp>
        <p:nvSpPr>
          <p:cNvPr id="39" name="Shape 37"/>
          <p:cNvSpPr/>
          <p:nvPr/>
        </p:nvSpPr>
        <p:spPr>
          <a:xfrm>
            <a:off x="6858000" y="2971800"/>
            <a:ext cx="1828800" cy="960120"/>
          </a:xfrm>
          <a:prstGeom prst="roundRect">
            <a:avLst>
              <a:gd name="adj" fmla="val 9524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858000" y="33375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Model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7543800" y="3044952"/>
            <a:ext cx="411480" cy="4114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543800" y="30449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model is served through a FastAPI prediction API to the React frontend.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time-based features derived from raw columns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 Ticket Price Prediction  |  Rishav Rai  |  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8745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46304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Day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651760" y="1463040"/>
            <a:ext cx="18745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51760" y="146304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Month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1463040"/>
            <a:ext cx="18745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54880" y="146304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Weekday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58000" y="1463040"/>
            <a:ext cx="18745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0" y="146304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Departure Hour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2514600"/>
            <a:ext cx="18745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251460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Departure Minute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651760" y="2514600"/>
            <a:ext cx="18745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651760" y="251460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Arrival Hour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754880" y="2514600"/>
            <a:ext cx="18745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54880" y="251460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Arrival Minute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858000" y="2514600"/>
            <a:ext cx="18745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0" y="251460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(min)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3749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inputs (airline, route, stops, additional info) are kept and encoded alongside these features.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 Pipeline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and categorical features are handled separately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 Ticket Price Prediction  |  Rishav Rai  |  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84048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783080"/>
            <a:ext cx="640080" cy="64008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606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features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0175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date, time and duration values, prepared for the models.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1554480"/>
            <a:ext cx="384048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37760" y="1783080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93776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4937760" y="2606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features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937760" y="30175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Airline, route and other flight details, encoded into model-ready form.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branches are combined in one scikit-learn pipeline, so training and prediction use identical steps.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Training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regression models trained and compared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 Ticket Price Prediction  |  Rishav Rai  |  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84048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6459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286000"/>
            <a:ext cx="3291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of decision trees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Averages many trees to reduce variance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non-linear price patterns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663440" y="1463040"/>
            <a:ext cx="3840480" cy="2926080"/>
          </a:xfrm>
          <a:prstGeom prst="roundRect">
            <a:avLst>
              <a:gd name="adj" fmla="val 3125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37760" y="16459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XGBoost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2286000"/>
            <a:ext cx="3291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boosted trees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trees sequentially to correct errors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on structured, tabular data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Methodology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model quality is measured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 Ticket Price Prediction  |  Rishav Rai  |  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874520" cy="1737360"/>
          </a:xfrm>
          <a:prstGeom prst="roundRect">
            <a:avLst>
              <a:gd name="adj" fmla="val 5263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60020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MAE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28600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absolute price error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651760" y="1463040"/>
            <a:ext cx="1874520" cy="1737360"/>
          </a:xfrm>
          <a:prstGeom prst="roundRect">
            <a:avLst>
              <a:gd name="adj" fmla="val 5263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51760" y="160020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RMSE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2788920" y="228600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that penalises large misses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1463040"/>
            <a:ext cx="1874520" cy="1737360"/>
          </a:xfrm>
          <a:prstGeom prst="roundRect">
            <a:avLst>
              <a:gd name="adj" fmla="val 5263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54880" y="160020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4892040" y="228600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price variance explained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0" y="1463040"/>
            <a:ext cx="1874520" cy="1737360"/>
          </a:xfrm>
          <a:prstGeom prst="roundRect">
            <a:avLst>
              <a:gd name="adj" fmla="val 5263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0" y="160020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CV</a:t>
            </a:r>
            <a:endParaRPr lang="en-US" sz="3400" dirty="0"/>
          </a:p>
        </p:txBody>
      </p:sp>
      <p:sp>
        <p:nvSpPr>
          <p:cNvPr id="16" name="Text 14"/>
          <p:cNvSpPr txBox="1"/>
          <p:nvPr/>
        </p:nvSpPr>
        <p:spPr>
          <a:xfrm>
            <a:off x="6995160" y="228600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 for stability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5661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shows which inputs drive price. Error analysis shows where predictions miss.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Results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of the trained models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 Ticket Price Prediction  |  Rishav Rai  |  9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804672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645920"/>
                <a:gridCol w="1645920"/>
                <a:gridCol w="164592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[add]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[add]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[add]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[add]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[add]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[add]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32918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findings: Random Forest is the model served in the final application (v1.0, prices in INR); feature importance highlights the main price drivers; error analysis guides future improvements.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served through an API to an interactive UI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 Ticket Price Prediction  |  Rishav Rai  |  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24688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31520" y="1828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42316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Data, features, training, saved model (Joblib, Git LFS)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017520" y="23774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</a:rPr>
              <a:t>›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3383280" y="1645920"/>
            <a:ext cx="2468880" cy="2103120"/>
          </a:xfrm>
          <a:prstGeom prst="roundRect">
            <a:avLst>
              <a:gd name="adj" fmla="val 4348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566160" y="1828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242316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REST API loads the model and returns a price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852160" y="23774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</a:rPr>
              <a:t>›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6217920" y="1645920"/>
            <a:ext cx="24688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400800" y="1828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242316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interface where users enter flight details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Backend: FastAPI Prediction API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Swagger docs served at /docs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 Ticket Price Prediction  |  Rishav Rai  |  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8046720" cy="2450592"/>
          </a:xfrm>
          <a:prstGeom prst="roundRect">
            <a:avLst>
              <a:gd name="adj" fmla="val 186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6" name="Image 0" descr="/home/claude/api.png">    </p:cNvPr>
          <p:cNvPicPr>
            <a:picLocks noChangeAspect="1"/>
          </p:cNvPicPr>
          <p:nvPr/>
        </p:nvPicPr>
        <p:blipFill>
          <a:blip r:embed="rId1"/>
          <a:srcRect l="-586" r="-586" t="0" b="0"/>
          <a:stretch/>
        </p:blipFill>
        <p:spPr>
          <a:xfrm>
            <a:off x="594360" y="1417320"/>
            <a:ext cx="7955280" cy="235915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4023360"/>
            <a:ext cx="1874520" cy="640080"/>
          </a:xfrm>
          <a:prstGeom prst="roundRect">
            <a:avLst>
              <a:gd name="adj" fmla="val 11429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402336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606040" y="4023360"/>
            <a:ext cx="1874520" cy="640080"/>
          </a:xfrm>
          <a:prstGeom prst="roundRect">
            <a:avLst>
              <a:gd name="adj" fmla="val 11429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606040" y="402336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/health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663440" y="4023360"/>
            <a:ext cx="1874520" cy="640080"/>
          </a:xfrm>
          <a:prstGeom prst="roundRect">
            <a:avLst>
              <a:gd name="adj" fmla="val 11429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663440" y="402336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/metadata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metadata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720840" y="4023360"/>
            <a:ext cx="1874520" cy="640080"/>
          </a:xfrm>
          <a:prstGeom prst="roundRect">
            <a:avLst>
              <a:gd name="adj" fmla="val 1142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720840" y="402336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/predict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predicted price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Frontend: Flight Form and Prediction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interface calling the /predict endpoint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 Ticket Price Prediction  |  Rishav Rai  |  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4937760" cy="3328416"/>
          </a:xfrm>
          <a:prstGeom prst="roundRect">
            <a:avLst>
              <a:gd name="adj" fmla="val 1374"/>
            </a:avLst>
          </a:prstGeom>
          <a:solidFill>
            <a:srgbClr val="020617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6" name="Image 0" descr="/home/claude/u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371600"/>
            <a:ext cx="4846320" cy="323697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806440" y="137160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prediction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806440" y="173736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₹6,227</a:t>
            </a:r>
            <a:endParaRPr lang="en-US" sz="4400" dirty="0"/>
          </a:p>
        </p:txBody>
      </p:sp>
      <p:sp>
        <p:nvSpPr>
          <p:cNvPr id="9" name="Text 6"/>
          <p:cNvSpPr txBox="1"/>
          <p:nvPr/>
        </p:nvSpPr>
        <p:spPr>
          <a:xfrm>
            <a:off x="5806440" y="2606040"/>
            <a:ext cx="2788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India, BLR to DEL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Non-stop, 4h 00m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date 10/05/2020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Random Forest v1.0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Currency: INR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 Ticket Price Prediction  |  Rishav Rai  |  13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25603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371600"/>
            <a:ext cx="411480" cy="41148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3258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and ML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9202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pandas, NumPy, scikit-learn, XGBoost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188720"/>
            <a:ext cx="25603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0" y="1371600"/>
            <a:ext cx="411480" cy="41148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7472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023360" y="13258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19202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Matplotlib, Seaborn, Jupyter Notebook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1188720"/>
            <a:ext cx="25603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371600"/>
            <a:ext cx="411480" cy="41148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1792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766560" y="13258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19202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FastAPI, Uvicorn, Pydantic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2880360"/>
            <a:ext cx="25603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" y="3063240"/>
            <a:ext cx="411480" cy="41148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30175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36118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91840" y="2880360"/>
            <a:ext cx="25603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474720" y="3063240"/>
            <a:ext cx="411480" cy="41148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474720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4023360" y="30175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Packaging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3474720" y="36118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Joblib, Git LFS, requirements.txt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035040" y="2880360"/>
            <a:ext cx="25603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17920" y="3063240"/>
            <a:ext cx="411480" cy="41148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217920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6766560" y="30175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6217920" y="36118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and GitHub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Repository and Deliverables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github.com/Rishavv75/Airline-Ticket-Prediction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 Ticket Price Prediction  |  Rishav Rai  |  14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840480" cy="2834640"/>
          </a:xfrm>
          <a:prstGeom prst="roundRect">
            <a:avLst>
              <a:gd name="adj" fmla="val 3226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645920"/>
            <a:ext cx="3474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Airline-Ticket-Prediction/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backend/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frontend/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ml/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.gitignore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.gitattributes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README.md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requirements.txt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1554480"/>
            <a:ext cx="3840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source code on GitHub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with problem, objectives and pipeline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requirements.txt for reproducible setup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deployment link to be added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 Ticket Price Prediction  |  Rishav Rai  |  15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38404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371600"/>
            <a:ext cx="411480" cy="41148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3258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92024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the app and add the live link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38404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371600"/>
            <a:ext cx="411480" cy="41148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4632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394960" y="13258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192024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 of both models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880360"/>
            <a:ext cx="38404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3063240"/>
            <a:ext cx="411480" cy="41148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30175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models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361188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additional regressors and ensembles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2880360"/>
            <a:ext cx="38404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3063240"/>
            <a:ext cx="411480" cy="41148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46320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394960" y="30175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data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846320" y="361188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fresh flight data to improve accuracy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 Ticket Price Prediction  |  Rishav Rai  |  16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60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Rishav Rai  |  Internship project for Naviotech Solution Pvt. Ltd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004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rairiahav961@gmail.com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github.com/Rishavv75/Airline-Ticket-Prediction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Airline Ticket Price Prediction</dc:title>
  <dc:subject>PptxGenJS Presentation</dc:subject>
  <dc:creator>Rishav Rai</dc:creator>
  <cp:lastModifiedBy>Rishav Rai</cp:lastModifiedBy>
  <cp:revision>1</cp:revision>
  <dcterms:created xsi:type="dcterms:W3CDTF">2026-09-23T15:34:13Z</dcterms:created>
  <dcterms:modified xsi:type="dcterms:W3CDTF">2026-09-23T15:34:13Z</dcterms:modified>
</cp:coreProperties>
</file>